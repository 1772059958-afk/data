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1" r:id="rId7"/>
    <p:sldId id="262" r:id="rId8"/>
    <p:sldId id="257" r:id="rId9"/>
    <p:sldId id="263" r:id="rId10"/>
    <p:sldId id="264" r:id="rId11"/>
    <p:sldId id="265" r:id="rId12"/>
    <p:sldId id="260" r:id="rId13"/>
    <p:sldId id="267" r:id="rId14"/>
  </p:sldIdLst>
  <p:sldSz cx="12192000" cy="6858000"/>
  <p:notesSz cx="6858000" cy="9144000"/>
  <p:embeddedFontLst>
    <p:embeddedFont>
      <p:font typeface="微软雅黑" panose="020B0503020204020204" charset="-122"/>
      <p:regular r:id="rId18"/>
      <p:bold r:id="rId19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解决数（满分 7）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3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4"/>
            <c:invertIfNegative val="0"/>
            <c:bubble3D val="0"/>
            <c:spPr>
              <a:solidFill>
                <a:srgbClr val="BFBFBF"/>
              </a:solidFill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 固定</c:v>
                </c:pt>
                <c:pt idx="1">
                  <c:v>B 纯交互</c:v>
                </c:pt>
                <c:pt idx="2">
                  <c:v>C 全升级</c:v>
                </c:pt>
                <c:pt idx="3">
                  <c:v>D 自适应</c:v>
                </c:pt>
                <c:pt idx="4">
                  <c:v>E 随机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361d8a2-82b4-46bd-88f1-8632789f06fc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v2.2 修正前</c:v>
                </c:pt>
              </c:strCache>
            </c:strRef>
          </c:tx>
          <c:spPr>
            <a:solidFill>
              <a:srgbClr val="2F5597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交空补丁的实例数</c:v>
                </c:pt>
                <c:pt idx="1">
                  <c:v>有行为信号的实例数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v2.3 修正后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交空补丁的实例数</c:v>
                </c:pt>
                <c:pt idx="1">
                  <c:v>有行为信号的实例数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ad06db-4f7b-44b3-805e-63a7183f4441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实际决定 D</c:v>
                </c:pt>
              </c:strCache>
            </c:strRef>
          </c:tx>
          <c:spPr>
            <a:solidFill>
              <a:srgbClr val="2F5597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冻结（已有候选）</c:v>
                </c:pt>
                <c:pt idx="1">
                  <c:v>定位分歧 u_loc</c:v>
                </c:pt>
                <c:pt idx="2">
                  <c:v>无行为信号</c:v>
                </c:pt>
                <c:pt idx="3">
                  <c:v>固定延续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若不短路会触发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冻结（已有候选）</c:v>
                </c:pt>
                <c:pt idx="1">
                  <c:v>定位分歧 u_loc</c:v>
                </c:pt>
                <c:pt idx="2">
                  <c:v>无行为信号</c:v>
                </c:pt>
                <c:pt idx="3">
                  <c:v>固定延续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84cc6e6-cc81-4250-bf79-fd07a9f3ed6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这周的主线一句话：五组对照第一次全部跑通，升级从净损失变成了净收益；但同时也证明，我们那套路由规则目前和全升级完全等价。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这是老师上次说缺的那一页。讲法：从①走到⑥。</a:t>
            </a:r>
          </a:p>
          <a:p>
            <a:r>
              <a:t>重点强调灰底的②共享前缀由 A/C/D/E 四组完全共用、同一预算；蓝框③是唯一变量，它只读前缀算出来的证据——可行候选数、u_loc、u_dup、行为信号、剩余预算。</a:t>
            </a:r>
          </a:p>
          <a:p>
            <a:r>
              <a:t>落到一句话：我们的贡献不是更强的修复器，而是一个可评价的升级决策。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这一页回答'为什么要有机制'。左边是上周那条基线，右边是交互分支，各自的能力和代价都列出来，自然引出'决策'这个研究对象。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这一页先讲清楚五组。关键区别只有两处：B 不用前缀，其余四组都共用同一个前缀；前缀之后，A 不升级、C 无条件升级、D 按证据升级、E 抛硬币。所以五组里只有 D 需要那份证据，这就是我们的研究点。</a:t>
            </a:r>
          </a:p>
          <a:p>
            <a:r>
              <a:t>评价方式一句话：两条分支都跑，才能知道「如果升级会不会更好」，这就是反事实。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注意先说 n=7 不做排序。这里的重点是 D 用比 C 少 3 次升级拿到同样解决数。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先给结论，再讲机制。三个数字是本周的全部进展，最后一个红框是本周最重要的发现。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四象限是把'要不要升级'变成可统计问题的关键。②那格最关键：升级会把已经修好的实例做坏。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这张图回答'你这两处改动到底有没有用'。两组柱子都是 7 个实例里的计数。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这是本周最重要的一页。不要说成'效果不好'，要说成'规则集结构上无法区分'，并提出两条可选改法请老师定。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这两处是我们自己实现里的缺陷，修完结果立刻变了，所以放在结果之前讲。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四条都可验证，下周能逐条对账。最后一行写清要什么资源。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201"/>
            <a:ext cx="12192000" cy="3362799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838200" y="1708697"/>
            <a:ext cx="10515600" cy="119353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标题内容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0" hasCustomPrompt="1"/>
          </p:nvPr>
        </p:nvSpPr>
        <p:spPr>
          <a:xfrm>
            <a:off x="3595687" y="4076153"/>
            <a:ext cx="5000625" cy="10731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副标题内容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0" y="1"/>
            <a:ext cx="1219200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938" y="105361"/>
            <a:ext cx="1684124" cy="3624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5883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11" y="3036458"/>
            <a:ext cx="10834978" cy="78508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32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5964638" y="124981"/>
            <a:ext cx="1628604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5854057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9685656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7825147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4104129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243620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背景与意义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5883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2136134" y="124981"/>
            <a:ext cx="1843576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背景与意义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4104129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5964638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7825147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9685656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2146542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5883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2243620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背景与意义</a:t>
            </a: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3996643" y="124981"/>
            <a:ext cx="1843576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目标与内容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3999196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9685656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7825147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5964638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5883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5964638" y="124981"/>
            <a:ext cx="1628604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5854057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9685656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7825147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4104129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243620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背景与意义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5883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7726068" y="124981"/>
            <a:ext cx="1826762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实验评估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704503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9685656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4104129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243620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5964638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2144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986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62645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07237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54438" y="0"/>
            <a:ext cx="1854000" cy="5731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9685656" y="124981"/>
            <a:ext cx="1628604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原型工具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9564773" y="563601"/>
            <a:ext cx="185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825147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4104129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243620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5964638" y="140369"/>
            <a:ext cx="162860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>
            <a:spLocks noGrp="1"/>
          </p:cNvSpPr>
          <p:nvPr/>
        </p:nvSpPr>
        <p:spPr>
          <a:xfrm>
            <a:off x="2148840" y="0"/>
            <a:ext cx="9267805" cy="573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"/>
            <a:ext cx="214884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8" y="105361"/>
            <a:ext cx="1684124" cy="362406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1418840" y="0"/>
            <a:ext cx="773160" cy="573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435393" y="926637"/>
            <a:ext cx="11321214" cy="40112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页标题</a:t>
            </a: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2250219" y="124981"/>
            <a:ext cx="9064041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总结与展望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2148840" y="563601"/>
            <a:ext cx="92699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3837" y="124980"/>
            <a:ext cx="323166" cy="323166"/>
          </a:xfrm>
          <a:prstGeom prst="rect">
            <a:avLst/>
          </a:prstGeom>
        </p:spPr>
      </p:pic>
      <p:sp>
        <p:nvSpPr>
          <p:cNvPr id="2" name="日期占位符 3"/>
          <p:cNvSpPr>
            <a:spLocks noGrp="1"/>
          </p:cNvSpPr>
          <p:nvPr>
            <p:ph type="dt" idx="2"/>
          </p:nvPr>
        </p:nvSpPr>
        <p:spPr>
          <a:xfrm>
            <a:off x="43539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79ACBE0E-1C09-4C1C-96D7-9588523781E4}" type="datetimeFigureOut">
              <a:rPr/>
            </a:fld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013408" y="6352506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871CE51F-14E5-4979-96F0-6E6CB6A7F16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4568763"/>
            <a:ext cx="12192000" cy="228923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3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混合架构程序修复
自适应混合架构研究</a:t>
            </a:r>
            <a:endParaRPr sz="33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周进展汇报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汇报人：陈堉锋　张曹远臻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95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95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610" y="926465"/>
            <a:ext cx="1996440" cy="3963670"/>
          </a:xfrm>
        </p:spPr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机制总览：唯一变量是「决策点之后怎么走」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2" descr="mechanism_overview.png"/>
          <p:cNvPicPr>
            <a:picLocks noChangeAspect="1"/>
          </p:cNvPicPr>
          <p:nvPr/>
        </p:nvPicPr>
        <p:blipFill>
          <a:blip r:embed="rId1"/>
          <a:srcRect t="4772" b="7585"/>
          <a:stretch>
            <a:fillRect/>
          </a:stretch>
        </p:blipFill>
        <p:spPr>
          <a:xfrm>
            <a:off x="2432050" y="0"/>
            <a:ext cx="1039368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为什么需要决策：两条路各有各的代价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71500" y="1752600"/>
            <a:ext cx="5334000" cy="2946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4700" y="1879599"/>
            <a:ext cx="492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固定流程</a:t>
            </a:r>
            <a:endParaRPr sz="19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4700" y="23622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 预算可预测，便宜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700" y="26924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 实现简单，延迟低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4700" y="31242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  一次生成，不看反馈</a:t>
            </a:r>
            <a:endParaRPr sz="15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4700" y="34544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  改错就没有第二次机会</a:t>
            </a:r>
            <a:endParaRPr sz="15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4700" y="37846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  本地化错了也无从纠正</a:t>
            </a:r>
            <a:endParaRPr sz="15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86500" y="1752600"/>
            <a:ext cx="5334000" cy="2946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9700" y="1879599"/>
            <a:ext cx="492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受限交互</a:t>
            </a:r>
            <a:endParaRPr sz="19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9700" y="23622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 能读栈、能跑测试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9700" y="26924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 可多轮修正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9700" y="31242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  每次都要多花 6–10 次调用</a:t>
            </a:r>
            <a:endParaRPr sz="15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89700" y="3454400"/>
            <a:ext cx="492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  对着简单题也会白花钱</a:t>
            </a:r>
            <a:endParaRPr sz="15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1500" y="4902200"/>
            <a:ext cx="11049000" cy="939799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5029200"/>
            <a:ext cx="10668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所以问题不是「哪种更强」，而是「什么时候值得升级」——用前缀证据预测升级的边际价值。</a:t>
            </a:r>
            <a:endParaRPr sz="17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这就是本工作的主张：可证伪、有神谕上界、且不依赖更强的模型。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实验设计：A–E 五组各自是什么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651000"/>
            <a:ext cx="431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0" y="1651000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18000" y="1651000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前缀之后怎么走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26400" y="1651000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决策依据</a:t>
            </a:r>
            <a:endParaRPr sz="11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1930400"/>
            <a:ext cx="11049000" cy="55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11200" y="2032000"/>
            <a:ext cx="330200" cy="330200"/>
          </a:xfrm>
          <a:prstGeom prst="round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2108200"/>
            <a:ext cx="330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2082800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固定流程</a:t>
            </a:r>
            <a:endParaRPr sz="13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5600" y="2095499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18000" y="2095499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固定延续：继续生成候选，不调工具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6400" y="2095499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无（只看共享停止规则）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1500" y="2565400"/>
            <a:ext cx="11049000" cy="55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11200" y="2667000"/>
            <a:ext cx="330200" cy="330200"/>
          </a:xfrm>
          <a:prstGeom prst="round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200" y="2743200"/>
            <a:ext cx="330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68400" y="2717800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纯交互</a:t>
            </a:r>
            <a:endParaRPr sz="13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95600" y="2730500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8000" y="2730500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从零开始受限交互：6 工具 · 4 状态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26400" y="2730500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71500" y="3200400"/>
            <a:ext cx="11049000" cy="55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1200" y="3302000"/>
            <a:ext cx="330200" cy="330200"/>
          </a:xfrm>
          <a:prstGeom prst="round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1200" y="3378200"/>
            <a:ext cx="330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8400" y="3352800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简单级联</a:t>
            </a:r>
            <a:endParaRPr sz="13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95600" y="3365500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18000" y="3365500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只要没冻结就升级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26400" y="3365500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无（全部升级）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1500" y="3835400"/>
            <a:ext cx="11049000" cy="5588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11200" y="3937000"/>
            <a:ext cx="330200" cy="330200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4013200"/>
            <a:ext cx="330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68400" y="3987799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自适应（本工作）</a:t>
            </a:r>
            <a:endParaRPr sz="13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5600" y="4000500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18000" y="4000500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按前缀证据决定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26400" y="4000500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u_loc · u_dup · 行为信号 · 预算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1500" y="4470400"/>
            <a:ext cx="11049000" cy="55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11200" y="4572000"/>
            <a:ext cx="330200" cy="330200"/>
          </a:xfrm>
          <a:prstGeom prst="round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1200" y="4648200"/>
            <a:ext cx="330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68400" y="4622800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随机路由</a:t>
            </a:r>
            <a:endParaRPr sz="13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95600" y="4635500"/>
            <a:ext cx="127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18000" y="4635500"/>
            <a:ext cx="355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以固定概率 0.5 升级</a:t>
            </a:r>
            <a:endParaRPr sz="12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26400" y="4635500"/>
            <a:ext cx="363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抛硬币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71500" y="5283200"/>
            <a:ext cx="11049000" cy="6604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2000" y="5384800"/>
            <a:ext cx="10668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评价方式：每个实例都跑两条分支（固定延续 / 交互升级），得到反事实四象限；指标＝解决数、升级次数、神谕缺口闭合率、四象限分布。</a:t>
            </a:r>
            <a:endParaRPr sz="13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五组对照首次全部通电：D 组首次超过纯固定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1500" y="1676400"/>
          <a:ext cx="660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778000"/>
            <a:ext cx="4190999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7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7 个实例，只验证通路与方向，不构成效果结论。</a:t>
            </a:r>
            <a:endParaRPr sz="1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与 C 同为 4/7，但 D 只升级 4 次、C 升级 7 次。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神谕（只在该升级的实例上升级）= 5/7。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神谕缺口闭合率 0.5：可达增益 2 个实例，D 拿到 1 个。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成本：D 0.574 元 / A 0.519 元 / C 0.688 元。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本周主线：把「升级」从净损失修成净收益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500" y="1651000"/>
            <a:ext cx="1104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五组对照（A 固定 / B 纯交互 / C 全升级 / D 自适应 / E 随机）在 7 个实例上首次全部产出补丁。</a:t>
            </a:r>
            <a:endParaRPr sz="17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1500" y="2349500"/>
            <a:ext cx="3505200" cy="14986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300" y="2501900"/>
            <a:ext cx="3149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6/7 → 1/7</a:t>
            </a:r>
            <a:endParaRPr sz="3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300" y="3124200"/>
            <a:ext cx="3149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交互分支交空补丁的实例数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300" y="3454400"/>
            <a:ext cx="314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强制收尾前 → 后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1500" y="2349500"/>
            <a:ext cx="3505200" cy="14986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59300" y="2501900"/>
            <a:ext cx="3149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→ 0.5</a:t>
            </a:r>
            <a:endParaRPr sz="3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59300" y="3124200"/>
            <a:ext cx="3149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神谕缺口闭合率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9300" y="3454400"/>
            <a:ext cx="314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组首次拿到一半可达增益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91500" y="2349500"/>
            <a:ext cx="3505200" cy="14986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69300" y="2501900"/>
            <a:ext cx="3149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→ 4</a:t>
            </a:r>
            <a:endParaRPr sz="3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9300" y="3124200"/>
            <a:ext cx="3149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组解决数（满分 7）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9300" y="3454400"/>
            <a:ext cx="314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首次超过纯固定流程</a:t>
            </a:r>
            <a:endParaRPr sz="12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1500" y="4089400"/>
            <a:ext cx="11049000" cy="1219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4241800"/>
            <a:ext cx="1066800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但同一轮实验也暴露出一个结构性问题：D 组与 C 组的逐实例决策完全相同（各 4 次升级）。</a:t>
            </a:r>
            <a:endParaRPr sz="1600" b="1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这不是实现 bug，而是规则集本身缺少「说不升级」的能力——详见第 10 页。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反事实四象限：只有 28.6% 的实例真的需要升级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71500" y="1905000"/>
            <a:ext cx="5080000" cy="1600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4700" y="2057400"/>
            <a:ext cx="2540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双重成功</a:t>
            </a:r>
            <a:endParaRPr sz="16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6500" y="1981199"/>
            <a:ext cx="1651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0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700" y="2743200"/>
            <a:ext cx="4673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两边都能解 —— 升级是浪费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32500" y="1905000"/>
            <a:ext cx="5080000" cy="1600200"/>
          </a:xfrm>
          <a:prstGeom prst="roundRect">
            <a:avLst/>
          </a:prstGeom>
          <a:solidFill>
            <a:srgbClr val="FBE9E9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35700" y="2057400"/>
            <a:ext cx="2540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仅固定成功</a:t>
            </a:r>
            <a:endParaRPr sz="16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07500" y="1981199"/>
            <a:ext cx="1651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30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5700" y="2743200"/>
            <a:ext cx="4673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升级反而变差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3708400"/>
            <a:ext cx="5080000" cy="16002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4700" y="3860800"/>
            <a:ext cx="2540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仅交互成功</a:t>
            </a:r>
            <a:endParaRPr sz="16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6500" y="3784600"/>
            <a:ext cx="1651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0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700" y="4546600"/>
            <a:ext cx="4673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升级必要 —— 路由要抓的就是它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2500" y="3708400"/>
            <a:ext cx="5080000" cy="1600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35700" y="3860800"/>
            <a:ext cx="2540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双失败</a:t>
            </a:r>
            <a:endParaRPr sz="16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07500" y="3784600"/>
            <a:ext cx="1651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30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35700" y="4546600"/>
            <a:ext cx="4673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升级无望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5435600"/>
            <a:ext cx="11049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升级必要占比 2/7 = 28.6%；其余 71.4% 的实例上升级是浪费（①④）或有害（②）。</a:t>
            </a:r>
            <a:endParaRPr sz="15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两处修正前后：空补丁与行为信号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1500" y="1676400"/>
          <a:ext cx="685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3500" y="1778000"/>
            <a:ext cx="39370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 7 个实例</a:t>
            </a:r>
            <a:endParaRPr sz="17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空补丁从 6 个降到 1 个：交互分支终于能交东西了。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行为信号从 2 个升到 4 个：astroid / sqlfluff 的公开测试终于跑起来了。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连带效果：神谕缺口闭合率 0.0 → 0.5。</a:t>
            </a:r>
            <a:endParaRPr sz="1500" b="1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两版结果不可混用，各自独立记录。</a:t>
            </a:r>
            <a:endParaRPr sz="13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反常：D 与 C 决策完全相同，规则集缺少「不升级」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1500" y="1676400"/>
          <a:ext cx="6858000" cy="3759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3500" y="1727200"/>
            <a:ext cx="3937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7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四条升级规则都很容易满足：u_loc 在 6/7 实例上超阈值。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「固定延续」本可覆盖全部 7 个实例，却一次都没轮到。</a:t>
            </a:r>
            <a:endParaRPr sz="1400" b="0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 D 与 C 逐实例决策一致（各 4 次升级），自适应退化成级联。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这一条与预算无关：前缀跑完还剩 14 万 token。</a:t>
            </a:r>
            <a:endParaRPr sz="13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原型工具：v2.3 两处修正，直接改写结果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71500" y="1778000"/>
            <a:ext cx="11049000" cy="1219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1930400"/>
            <a:ext cx="266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强制收尾</a:t>
            </a:r>
            <a:endParaRPr sz="18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7400" y="2387600"/>
            <a:ext cx="660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预算耗尽时保留 1 次无工具调用，要求交出最好补丁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74000" y="2108200"/>
            <a:ext cx="3556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空补丁 6/7 → 1/7</a:t>
            </a:r>
            <a:endParaRPr sz="1800" b="1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3200400"/>
            <a:ext cx="11049000" cy="1219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7400" y="3352800"/>
            <a:ext cx="266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公开测试发现</a:t>
            </a:r>
            <a:endParaRPr sz="18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7400" y="3810000"/>
            <a:ext cx="660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只认同名 test_*.py → 名称 + 内容双路匹配</a:t>
            </a:r>
            <a:endParaRPr sz="14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74000" y="3530600"/>
            <a:ext cx="3556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行为信号 2/7 → 4/7</a:t>
            </a:r>
            <a:endParaRPr sz="1800" b="1">
              <a:solidFill>
                <a:srgbClr val="B0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4724400"/>
            <a:ext cx="11049000" cy="10922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2000" y="4851400"/>
            <a:ext cx="10668000" cy="86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这两处不是调参，是补实现：收尾让「探索过但没写」与「什么都没学到」可分，测试发现让 behavioural_signal 在 astroid / sqlfluff 上不再恒为 none。</a:t>
            </a:r>
            <a:endParaRPr sz="1500" b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它们同时把升级从「净损失」翻成「净收益」：Q2（升级有害）从 3 个降到 1 个。</a:t>
            </a:r>
            <a:endParaRPr sz="15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2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下周计划：先把规则改对，再上规模</a:t>
            </a:r>
            <a:endParaRPr sz="232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500" y="1778000"/>
            <a:ext cx="5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2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8400" y="1778000"/>
            <a:ext cx="3810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定规则改法</a:t>
            </a:r>
            <a:endParaRPr sz="17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0" y="1828800"/>
            <a:ext cx="65405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改规则 4 / 7，写进协议 v2.4，并记录改动前后不可混用</a:t>
            </a:r>
            <a:endParaRPr sz="1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616200"/>
            <a:ext cx="5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2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8400" y="2616200"/>
            <a:ext cx="3810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dev 15 上校准阈值</a:t>
            </a:r>
            <a:endParaRPr sz="17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0000" y="2667000"/>
            <a:ext cx="6540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一次定稿、冻结哈希，禁止事后回调</a:t>
            </a:r>
            <a:endParaRPr sz="1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3454400"/>
            <a:ext cx="5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2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3454400"/>
            <a:ext cx="3810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 个实例跑反事实</a:t>
            </a:r>
            <a:endParaRPr sz="17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80000" y="3505200"/>
            <a:ext cx="6540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两分支各一次，产出四象限、AUC 与神谕缺口闭合率</a:t>
            </a:r>
            <a:endParaRPr sz="1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4292600"/>
            <a:ext cx="5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20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8400" y="4292600"/>
            <a:ext cx="3810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补重复实验</a:t>
            </a:r>
            <a:endParaRPr sz="1700" b="1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80000" y="4343400"/>
            <a:ext cx="6540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repeats = 3，报逐仓库宏平均，回答方差问题</a:t>
            </a:r>
            <a:endParaRPr sz="1400" b="0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1500" y="5232400"/>
            <a:ext cx="11049000" cy="58420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2000" y="5334000"/>
            <a:ext cx="10668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需要：规则改法的判断（老师）＋ 约 100–250 元实验预算＋ dev 阈值定稿后不再改动。</a:t>
            </a:r>
            <a:endParaRPr sz="15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WPS 演示</Application>
  <PresentationFormat>宽屏</PresentationFormat>
  <Paragraphs>220</Paragraphs>
  <Slides>11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Times New Roman</vt:lpstr>
      <vt:lpstr>Arial Unicode MS</vt:lpstr>
      <vt:lpstr>等线</vt:lpstr>
      <vt:lpstr>Calibri</vt:lpstr>
      <vt:lpstr>默认</vt:lpstr>
      <vt:lpstr>混合架构程序修复
自适应混合架构研究</vt:lpstr>
      <vt:lpstr>机制总览：唯一变量是「决策点之后怎么走」</vt:lpstr>
      <vt:lpstr>为什么需要决策：两条路各有各的代价</vt:lpstr>
      <vt:lpstr>实验设计：A–E 五组各自是什么</vt:lpstr>
      <vt:lpstr>五组对照首次全部通电：D 组首次超过纯固定</vt:lpstr>
      <vt:lpstr>本周主线：把「升级」从净损失修成净收益</vt:lpstr>
      <vt:lpstr>反事实四象限：只有 28.6% 的实例真的需要升级</vt:lpstr>
      <vt:lpstr>两处修正前后：空补丁与行为信号</vt:lpstr>
      <vt:lpstr>反常：D 与 C 决策完全相同，规则集缺少「不升级」</vt:lpstr>
      <vt:lpstr>原型工具：v2.3 两处修正，直接改写结果</vt:lpstr>
      <vt:lpstr>下周计划：先把规则改对，再上规模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陈堉锋</cp:lastModifiedBy>
  <cp:revision>2</cp:revision>
  <dcterms:created xsi:type="dcterms:W3CDTF">2026-10-08T13:46:00Z</dcterms:created>
  <dcterms:modified xsi:type="dcterms:W3CDTF">2026-10-23T05:27:51Z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328F7E3547604AD49D57B299F5A87F13_12</vt:lpwstr>
  </property>
</Properties>
</file>